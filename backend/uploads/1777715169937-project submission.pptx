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notesMasterIdLst>
    <p:notesMasterId r:id="rId16"/>
  </p:notesMasterIdLst>
  <p:sldIdLst>
    <p:sldId id="256" r:id="rId5"/>
    <p:sldId id="2146847054" r:id="rId6"/>
    <p:sldId id="262" r:id="rId7"/>
    <p:sldId id="265" r:id="rId8"/>
    <p:sldId id="266" r:id="rId9"/>
    <p:sldId id="2146847056" r:id="rId10"/>
    <p:sldId id="267" r:id="rId11"/>
    <p:sldId id="268" r:id="rId12"/>
    <p:sldId id="2146847055" r:id="rId13"/>
    <p:sldId id="269" r:id="rId14"/>
    <p:sldId id="25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BA97"/>
    <a:srgbClr val="8E6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5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4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256A78-79A6-408F-8148-4F87BB81602D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E254F1-4415-47BF-9E91-C5D4B9A333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8008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10/13/2025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5302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302026"/>
            <a:ext cx="11029615" cy="46733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10/13/2025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10/13/2025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49285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1391479"/>
            <a:ext cx="5194767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1391479"/>
            <a:ext cx="5194769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10/13/2025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59224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10/13/2025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10/13/2025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10/13/2025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10/13/2025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55714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1415198"/>
            <a:ext cx="11029616" cy="45728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10/13/2025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14A64E4D-8DED-7830-2955-1BE78C5B0655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485003" y="6437910"/>
            <a:ext cx="1125805" cy="36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etbootstrap.com/docs/5.3/getting-started/introduction/" TargetMode="External"/><Relationship Id="rId2" Type="http://schemas.openxmlformats.org/officeDocument/2006/relationships/hyperlink" Target="https://github.com/NanthiniMoha/TNSDC-FWD-DIGITAL_PORTFOLIO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11E26-4C38-41A6-9857-11032CEECD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9108" y="1821635"/>
            <a:ext cx="9144000" cy="977778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Weather forecasting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329782" y="1034321"/>
            <a:ext cx="12726648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200" b="1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529" y="4586365"/>
            <a:ext cx="7980183" cy="10156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Presented By:</a:t>
            </a:r>
          </a:p>
          <a:p>
            <a:pPr algn="ctr"/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1.NAGINENI NITHIN RAO-VAAGDEVI ENGINEERING COLLEGE-COMPUTER SCIENCE AND ENGINEERING</a:t>
            </a:r>
          </a:p>
        </p:txBody>
      </p:sp>
    </p:spTree>
    <p:extLst>
      <p:ext uri="{BB962C8B-B14F-4D97-AF65-F5344CB8AC3E}">
        <p14:creationId xmlns:p14="http://schemas.microsoft.com/office/powerpoint/2010/main" val="953325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FEB4C-F209-4AE7-AA2B-B3C26CE2C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573" y="558468"/>
            <a:ext cx="10515600" cy="1325563"/>
          </a:xfrm>
        </p:spPr>
        <p:txBody>
          <a:bodyPr/>
          <a:lstStyle/>
          <a:p>
            <a:r>
              <a:rPr lang="en-US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78641-EEA3-4EC4-BF39-4075B0C12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8938"/>
            <a:ext cx="11019020" cy="523906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000" b="1" dirty="0">
                <a:latin typeface="Arial"/>
                <a:ea typeface="+mn-lt"/>
                <a:cs typeface="Arial"/>
              </a:rPr>
              <a:t>  </a:t>
            </a:r>
            <a:endParaRPr lang="en-US" dirty="0">
              <a:latin typeface="Arial"/>
              <a:cs typeface="Arial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Problem Statement</a:t>
            </a:r>
            <a:endParaRPr lang="en-US" dirty="0">
              <a:latin typeface="Arial"/>
              <a:cs typeface="Arial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Calibri"/>
              </a:rPr>
              <a:t>System </a:t>
            </a:r>
            <a:r>
              <a:rPr lang="en-US" sz="2000" b="1" dirty="0">
                <a:latin typeface="Arial"/>
                <a:ea typeface="+mn-lt"/>
                <a:cs typeface="+mn-lt"/>
              </a:rPr>
              <a:t>Development Approach </a:t>
            </a:r>
            <a:r>
              <a:rPr lang="en-US" sz="2000" dirty="0">
                <a:latin typeface="Arial"/>
                <a:ea typeface="+mn-lt"/>
                <a:cs typeface="+mn-lt"/>
              </a:rPr>
              <a:t>(Technology Used) </a:t>
            </a:r>
            <a:endParaRPr lang="en-US" dirty="0">
              <a:latin typeface="Arial"/>
              <a:ea typeface="+mn-lt"/>
              <a:cs typeface="+mn-lt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+mn-lt"/>
              </a:rPr>
              <a:t>Algorithm &amp; Deployment (Step by Step  Procedure) </a:t>
            </a:r>
            <a:endParaRPr lang="en-US" dirty="0">
              <a:latin typeface="Arial"/>
              <a:cs typeface="Calibri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Result</a:t>
            </a: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Conclusion</a:t>
            </a:r>
            <a:endParaRPr lang="en-US" dirty="0">
              <a:latin typeface="Arial"/>
              <a:cs typeface="Arial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Future Scope(Optional)</a:t>
            </a: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References</a:t>
            </a:r>
            <a:endParaRPr lang="en-US" dirty="0">
              <a:latin typeface="Arial"/>
              <a:cs typeface="Arial"/>
            </a:endParaRPr>
          </a:p>
          <a:p>
            <a:pPr marL="305435" indent="-305435"/>
            <a:endParaRPr lang="en-US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00153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  <a:endParaRPr lang="en-US" sz="440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E6FA226B-B793-1ABD-FBA7-D34D3073B2D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1193" y="2514802"/>
            <a:ext cx="1066691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Now a days many of the people love travelling . They always tend to explore multiple places when they get time.</a:t>
            </a:r>
          </a:p>
          <a:p>
            <a:pPr algn="just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Sometimes they plan the vacations early and some times immediately.</a:t>
            </a:r>
          </a:p>
          <a:p>
            <a:pPr algn="just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Even they visit the places weather at that place plays a crucial role in our enjoyment.</a:t>
            </a:r>
          </a:p>
          <a:p>
            <a:pPr algn="just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need to develop an application where we can know weather updates priorily so that our vacation cannot be ended unhappily</a:t>
            </a:r>
          </a:p>
        </p:txBody>
      </p:sp>
    </p:spTree>
    <p:extLst>
      <p:ext uri="{BB962C8B-B14F-4D97-AF65-F5344CB8AC3E}">
        <p14:creationId xmlns:p14="http://schemas.microsoft.com/office/powerpoint/2010/main" val="1186421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662572"/>
            <a:ext cx="11029616" cy="530296"/>
          </a:xfrm>
        </p:spPr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System  Approach</a:t>
            </a:r>
            <a:endParaRPr lang="en-US" sz="4400">
              <a:solidFill>
                <a:schemeClr val="accent1"/>
              </a:solidFill>
              <a:latin typeface="Calibri Light"/>
              <a:cs typeface="Calibri Light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F47B10D-BA02-E027-46A1-3EB9B387A42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1192" y="2346026"/>
            <a:ext cx="7138493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Frontend Technologies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HTML5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Structure of the webpage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CSS3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Styling and responsive layouts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JavaScript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Dynamic interactivity (cart, filtering, total calculation)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 Approach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Clean and user-friendly interface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Mobile-responsive design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Modular separation of HTML, CSS, and JS files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20245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Algorithm &amp; Deployment</a:t>
            </a:r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A13D4AF-BC64-937B-E983-E2F50E4F343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1192" y="1792028"/>
            <a:ext cx="6330579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Frontend Design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Layout using HTML and CSS (grid &amp; cards).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Interactive Features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Add-to-Cart, Remove-from-Cart functions in JavaScript.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total price calculation.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 filtering by category.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Modal views for product details.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Testing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Cross-browser compatibility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Mobile responsiveness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Deployment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Host using GitHub Pages / Netlify for free and easy access.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45087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20F19-3232-FCD0-E48F-6210A7E81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C230409-939A-60F3-342F-342F13F94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Result</a:t>
            </a:r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8BE642F-C3D0-4B7A-8D8A-3804B8286D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05435" indent="-305435"/>
            <a:r>
              <a:rPr lang="en-US" sz="2800" b="1" dirty="0"/>
              <a:t>Attach screen snaps of the code and output min 5</a:t>
            </a:r>
            <a:endParaRPr lang="en-US" dirty="0"/>
          </a:p>
          <a:p>
            <a:pPr marL="305435" indent="-305435"/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4246152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GITHUB AND DEPLOYMNET LINK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3304455-6802-6CA9-8475-2F6DD1B8D4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05435" indent="-305435"/>
            <a:r>
              <a:rPr lang="en-US" sz="2800" b="1" dirty="0"/>
              <a:t>Attach your </a:t>
            </a:r>
            <a:r>
              <a:rPr lang="en-US" sz="2800" b="1" dirty="0" err="1"/>
              <a:t>Github</a:t>
            </a:r>
            <a:r>
              <a:rPr lang="en-US" sz="2800" b="1" dirty="0"/>
              <a:t> Link : coding files</a:t>
            </a:r>
          </a:p>
          <a:p>
            <a:pPr marL="305435" indent="-305435"/>
            <a:r>
              <a:rPr lang="en-US" sz="2800" b="1" dirty="0">
                <a:ea typeface="+mn-lt"/>
                <a:cs typeface="+mn-lt"/>
              </a:rPr>
              <a:t>Deployment link: 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4832933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Conclusion</a:t>
            </a:r>
            <a:endParaRPr 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E90F0D3-BDEA-0292-92F3-78C774C3D8C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Provides a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cost-effective online presence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small businesses.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Eliminates dependency on complex e-commerce platforms.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Offers an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engaging and interactive customer experience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833151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F968F13-9AC4-7120-7ACD-9F752C767D5D}"/>
              </a:ext>
            </a:extLst>
          </p:cNvPr>
          <p:cNvSpPr txBox="1">
            <a:spLocks/>
          </p:cNvSpPr>
          <p:nvPr/>
        </p:nvSpPr>
        <p:spPr>
          <a:xfrm>
            <a:off x="535670" y="844659"/>
            <a:ext cx="11029616" cy="53029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5000" lnSpcReduction="20000"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b="1" dirty="0">
                <a:solidFill>
                  <a:schemeClr val="accent1"/>
                </a:solidFill>
                <a:latin typeface="Arial"/>
                <a:cs typeface="Arial"/>
              </a:rPr>
              <a:t>Future scope(Optional)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D34F224-4AA0-CB45-7156-5485779AB06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1192" y="3038523"/>
            <a:ext cx="6356227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backend integration (Node.js) for order management.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payment gateway integration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Admin dashboard for inventory updates.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AI-based product recommendations.</a:t>
            </a:r>
          </a:p>
        </p:txBody>
      </p:sp>
    </p:spTree>
    <p:extLst>
      <p:ext uri="{BB962C8B-B14F-4D97-AF65-F5344CB8AC3E}">
        <p14:creationId xmlns:p14="http://schemas.microsoft.com/office/powerpoint/2010/main" val="6148826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References</a:t>
            </a:r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57C38BC-22B3-37B2-E0C3-812020A760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05435" indent="-305435"/>
            <a:r>
              <a:rPr lang="en-IN" sz="2800" b="1" dirty="0">
                <a:solidFill>
                  <a:srgbClr val="0F0F0F"/>
                </a:solidFill>
                <a:ea typeface="+mn-lt"/>
                <a:cs typeface="+mn-lt"/>
              </a:rPr>
              <a:t>List and cite relevant sources, research papers, and articles that were instrumental in developing the proposed solution</a:t>
            </a:r>
            <a:r>
              <a:rPr lang="en-IN" sz="2400" dirty="0">
                <a:solidFill>
                  <a:srgbClr val="0F0F0F"/>
                </a:solidFill>
                <a:ea typeface="+mn-lt"/>
                <a:cs typeface="+mn-lt"/>
              </a:rPr>
              <a:t>. </a:t>
            </a:r>
          </a:p>
          <a:p>
            <a:pPr marL="305435" indent="-305435"/>
            <a:r>
              <a:rPr lang="en-IN" sz="2400" dirty="0">
                <a:hlinkClick r:id="rId2"/>
              </a:rPr>
              <a:t>NanthiniMoha/TNSDC-FWD-DIGITAL_PORTFOLIO</a:t>
            </a:r>
            <a:endParaRPr lang="en-IN" sz="2400" dirty="0"/>
          </a:p>
          <a:p>
            <a:pPr marL="305435" indent="-305435"/>
            <a:r>
              <a:rPr lang="en-US" sz="2400" dirty="0">
                <a:hlinkClick r:id="rId3"/>
              </a:rPr>
              <a:t>Get started with Bootstrap · Bootstrap v5.3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7289502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BE4CA82-64EC-4D4E-A5E5-3EBB66E7B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1" y="2766218"/>
            <a:ext cx="9298744" cy="1325563"/>
          </a:xfrm>
        </p:spPr>
        <p:txBody>
          <a:bodyPr/>
          <a:lstStyle/>
          <a:p>
            <a:pPr algn="ctr"/>
            <a:r>
              <a:rPr lang="en-US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066255318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1872188ABCFC48BECA6C87E8AC3285" ma:contentTypeVersion="17" ma:contentTypeDescription="Create a new document." ma:contentTypeScope="" ma:versionID="55a158675e089c6a85ab0f83b89e1a15">
  <xsd:schema xmlns:xsd="http://www.w3.org/2001/XMLSchema" xmlns:xs="http://www.w3.org/2001/XMLSchema" xmlns:p="http://schemas.microsoft.com/office/2006/metadata/properties" xmlns:ns3="9162bd5b-4ed9-4da3-b376-05204580ba3f" xmlns:ns4="c0fa2617-96bd-425d-8578-e93563fe37c5" targetNamespace="http://schemas.microsoft.com/office/2006/metadata/properties" ma:root="true" ma:fieldsID="b35f082308864fa161c4a0a9eca35eff" ns3:_="" ns4:_="">
    <xsd:import namespace="9162bd5b-4ed9-4da3-b376-05204580ba3f"/>
    <xsd:import namespace="c0fa2617-96bd-425d-8578-e93563fe37c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_activity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62bd5b-4ed9-4da3-b376-05204580ba3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fa2617-96bd-425d-8578-e93563fe37c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9162bd5b-4ed9-4da3-b376-05204580ba3f" xsi:nil="true"/>
    <_activity xmlns="9162bd5b-4ed9-4da3-b376-05204580ba3f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E816721-11E4-4989-8472-AB5A7EC20404}">
  <ds:schemaRefs>
    <ds:schemaRef ds:uri="9162bd5b-4ed9-4da3-b376-05204580ba3f"/>
    <ds:schemaRef ds:uri="c0fa2617-96bd-425d-8578-e93563fe37c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8D289AE2-D2AE-49D1-AFAC-3A79F6794255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c0fa2617-96bd-425d-8578-e93563fe37c5"/>
    <ds:schemaRef ds:uri="9162bd5b-4ed9-4da3-b376-05204580ba3f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927BD4C1-B6B1-4715-ABF9-E660A51A4EA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Future forward</Template>
  <TotalTime>162</TotalTime>
  <Words>341</Words>
  <Application>Microsoft Office PowerPoint</Application>
  <PresentationFormat>Widescreen</PresentationFormat>
  <Paragraphs>59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Calibri</vt:lpstr>
      <vt:lpstr>Calibri Light</vt:lpstr>
      <vt:lpstr>Franklin Gothic Book</vt:lpstr>
      <vt:lpstr>Franklin Gothic Demi</vt:lpstr>
      <vt:lpstr>Times New Roman</vt:lpstr>
      <vt:lpstr>Wingdings 2</vt:lpstr>
      <vt:lpstr>DividendVTI</vt:lpstr>
      <vt:lpstr>Weather forecasting</vt:lpstr>
      <vt:lpstr>OUTLINE</vt:lpstr>
      <vt:lpstr>Problem Statement</vt:lpstr>
      <vt:lpstr>System  Approach</vt:lpstr>
      <vt:lpstr>Algorithm &amp; Deployment</vt:lpstr>
      <vt:lpstr>Result</vt:lpstr>
      <vt:lpstr>GITHUB AND DEPLOYMNET LINK</vt:lpstr>
      <vt:lpstr>Conclusion</vt:lpstr>
      <vt:lpstr>PowerPoint Presentation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SkillsBuild Partner Update template</dc:title>
  <dc:creator>Vaibhav Ostwal</dc:creator>
  <cp:lastModifiedBy>Nithin Nagineni</cp:lastModifiedBy>
  <cp:revision>50</cp:revision>
  <dcterms:created xsi:type="dcterms:W3CDTF">2021-05-26T16:50:10Z</dcterms:created>
  <dcterms:modified xsi:type="dcterms:W3CDTF">2025-10-13T12:31:01Z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0x0101000F1872188ABCFC48BECA6C87E8AC3285</vt:lpwstr>
  </property>
</Properties>
</file>